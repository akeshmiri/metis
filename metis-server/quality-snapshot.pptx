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Métis Quality Snapshot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Scope: all — generated 2026-07-30T22:38:09.497935+00:00 (point-in-time, never auto-refreshed)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Quality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Composite quality_score: 92.0</a:t>
            </a:r>
          </a:p>
          <a:p>
            <a:pPr>
              <a:defRPr sz="1600"/>
            </a:pPr>
            <a:r>
              <a:t>Release gate: NOT CLEAR (partial data)</a:t>
            </a:r>
          </a:p>
          <a:p>
            <a:pPr>
              <a:defRPr sz="1600"/>
            </a:pPr>
            <a:r>
              <a:t>  conformance: 100.0</a:t>
            </a:r>
          </a:p>
          <a:p>
            <a:pPr>
              <a:defRPr sz="1600"/>
            </a:pPr>
            <a:r>
              <a:t>  completeness: no real data yet</a:t>
            </a:r>
          </a:p>
          <a:p>
            <a:pPr>
              <a:defRPr sz="1600"/>
            </a:pPr>
            <a:r>
              <a:t>  consistency: 80.0</a:t>
            </a:r>
          </a:p>
          <a:p>
            <a:pPr>
              <a:defRPr sz="1600"/>
            </a:pPr>
            <a:r>
              <a:t>  corroboration: no real data yet</a:t>
            </a:r>
          </a:p>
          <a:p>
            <a:pPr>
              <a:defRPr sz="1600"/>
            </a:pPr>
            <a:r>
              <a:t>  currency: no real data yet</a:t>
            </a:r>
          </a:p>
          <a:p>
            <a:pPr>
              <a:defRPr sz="1600"/>
            </a:pPr>
            <a:r>
              <a:t>  traceability: no real data yet</a:t>
            </a:r>
          </a:p>
          <a:p>
            <a:pPr>
              <a:defRPr sz="1600"/>
            </a:pPr>
            <a:r>
              <a:t>Note: Only 2/6 composite components have real data -- score is a partial weighted average (weights renormalized over what's available), not a decision-ready release-gate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DQ Metrics With Real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DQ-001: 1.0 (target 100%, always)</a:t>
            </a:r>
          </a:p>
          <a:p>
            <a:pPr>
              <a:defRPr sz="1600"/>
            </a:pPr>
            <a:r>
              <a:t>DQ-003: 1.0 (target &gt;= 95%)</a:t>
            </a:r>
          </a:p>
          <a:p>
            <a:pPr>
              <a:defRPr sz="1600"/>
            </a:pPr>
            <a:r>
              <a:t>DQ-004: 0.0 (target &lt;= 5%)</a:t>
            </a:r>
          </a:p>
          <a:p>
            <a:pPr>
              <a:defRPr sz="1600"/>
            </a:pPr>
            <a:r>
              <a:t>DQ-010: 2.0 (target Trend flat-to-down (no fixed target))</a:t>
            </a:r>
          </a:p>
          <a:p>
            <a:pPr>
              <a:defRPr sz="1600"/>
            </a:pPr>
            <a:r>
              <a:t>DQ-016: 0.0 (target &lt;= 5%)</a:t>
            </a:r>
          </a:p>
          <a:p>
            <a:pPr>
              <a:defRPr sz="1600"/>
            </a:pPr>
            <a:r>
              <a:t>DQ-018: 0.0 (target 0)</a:t>
            </a:r>
          </a:p>
          <a:p>
            <a:pPr>
              <a:defRPr sz="1600"/>
            </a:pPr>
            <a:r>
              <a:t>DQ-019: 1.0 (target Track as trend, not a hard gate)</a:t>
            </a:r>
          </a:p>
          <a:p>
            <a:pPr>
              <a:defRPr sz="1600"/>
            </a:pPr>
            <a:r>
              <a:t>DQ-020: 1.0 (target Tracked by connector/source type)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